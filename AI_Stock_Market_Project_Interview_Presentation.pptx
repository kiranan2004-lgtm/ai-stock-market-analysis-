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3B82F6"/>
                </a:solidFill>
              </a:defRPr>
            </a:pPr>
            <a:r>
              <a:t>STOCKSENSE AI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Stock Market Intelligence &amp; Portfolio Analytics Platform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Full Stack Django • REST APIs • Econometric ML • Real-Time VADER Sentiment • FIFO Accounting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474720"/>
            <a:ext cx="731520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Candidate Profile: Full Stack Python Developer &amp; AI/ML Engineer (Fresher / Junior Role)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Tech Stack: Python 3.13, Django 5.0, DRF, SQLite/PostgreSQL, Pandas, Scikit-Learn, Statsmodels, Keras, Plotly.js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Problem: Why Traditional Retail Tools Fall Short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1. Severe Fragmentation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Quotes, charts, news, and portfolio tracking exist on disparate websites.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Investors must toggle between 4-5 apps to research a single equity.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unified institutional-grade analytics for retail traders.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2. Fake 'Black-Box' AI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Hobbyist dashboards claim fake '98% accuracy' without auditable backtests.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Many use random number generators disguised as artificial intelligence.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Lack of transparency breeds distrust in quantitative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3. Look-Ahead Data Leakage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Tutorial projects standardize data before train/test splitting.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Random K-Fold cross validation uses future prices to predict past prices.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Models fail catastrophically during live market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Decoupled 4-Tier Full-Stack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1. Presentation Tier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Semantic HTML5, Bootstrap 5 responsive 12-col grid.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Interactive Plotly.js financial candlestick &amp; volume charts.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Vanilla ES6 JavaScript with error-resilient fetch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2. Security &amp; Gateway Tier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Django SecurityMiddleware, SessionMiddleware, CsrfViewMiddleware.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Custom EmailOrUsernameModelBackend supporting dual login.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Persistent database-backed session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6576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3. Domain Business Services Tier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8 Decoupled Django apps: accounts, market, portfolio, watchlists, etc.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Service Layer Pattern: MarketDataService, ForecastingService, etc.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Zero coupling between mathematical algorithms and HTTP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017520"/>
            <a:ext cx="365760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855F7"/>
                </a:solidFill>
              </a:defRPr>
            </a:pPr>
            <a:r>
              <a:t>4. Persistence &amp; Cache Tier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Django ORM interfacing SQLite3 (Dev) / PostgreSQL (Prod).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12 Normalized models with strict referential constraints.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In-memory LocMemCache (60s quote TTL, 300s history TTL).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Market Ingestion, Caching &amp; Global Stock Universe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High-Performance Caching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Two-tier caching using Django LocMemCache in RAM.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Quote snapshots cached with 60-second Time-To-Live (TTL).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2-Year daily historical data frames cached with 300-second TTL.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Sub-5ms repeat query response times.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Graceful fallback to database snapshots on API degradation.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Curated Multi-Exchange Universe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Indian NSE Equities: TCS.NS, INFY.NS, RELIANCE.NS, HDFCBANK.NS, SBIN.NS.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US Tech Leaders: AAPL, MSFT, NVDA, GOOGL, TSLA.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Benchmark ETFs: SPY, QQQ, NIFTYBEES.NS.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Multi-currency support: Dynamic formatting for INR (Rs) and USD ($).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Symbol normalization handling '.NS' suffix transparently.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Vectorized Technical Indicators &amp; Interactive Charting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Vectorized Pandas Indicator Engine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Wilder's RSI (14): Exponential alpha=1/14 smoothing.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MACD (12, 26, 9): Fast EMA, Slow EMA, Signal, and Histogram.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Bollinger Bands (20, 2): 20 SMA middle +/- 2 std dev bands.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Moving Averages: SMA (20, 50, 200) and EMA (12, 26, 50).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Average True Range (ATR 14): Absolute volatility measurement.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All computed in &lt; 2ms using compiled NumPy/Pandas primitives.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Plotly.js Financial Dual Subplots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Row 1 (80% Height): Candlestick price chart with 20/50 SMA overlay.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Row 2 (20% Height): Color-coded volume bars (green/red).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Shared X-axis: Synchronized crosshairs, panning, and zoom sliders.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Time-range toggles: 1M, 3M, 6M, 1Y, 5Y with Plotly.react() updates.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100% Responsive: Recalculates canvas size on viewport resize.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Portfolio Accounting: Strict FIFO Cost Basis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Immutable Transaction Ledger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mutable share count field on user or stock records.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Holdings derived dynamically from immutable BUY/SELL trades.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Fields: portfolio, stock, type, qty, price, fees, date, notes.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Wrapped inside django.db.transaction.atomic blocks.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Strict overselling prevention: raises ValidationError if selling unowned shares.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FIFO Calculation &amp; Realized P&amp;L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Buy lots queued in memory chronologically (deque).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SELL trades consume oldest buy lots first (FIFO rule).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Realized P&amp;L = (Sell Price - Matched Buy Price) * Quantity.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Unrealized P&amp;L = (Market Price - FIFO Cost Basis) * Remaining Quantity.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Asset Allocation Donut Chart renders live equity exposure.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Machine Learning: Zero-Data-Leakage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Supervised Sliding Window Pipeline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Historical Lookback = 60 Trading Days (~3 calendar months).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Feature Tensor: X_t = [Price_{t-59}, ..., Price_t] (shape: N, 60, 1).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Target Scalar: y_t = Price_{t+1}.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Strict 80% Train / 20% Test Chronological Partition.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random shuffling — preserves temporal autocorrelation.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Scaler Isolation &amp; Forward Projection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MinMaxScaler fit strictly on training partition.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Test partition transformed using training parameters ONLY.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Eliminates look-ahead bias completely.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Walk-forward recursive forecasting for 30-day horizon.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Fixed random seeds (seed=42) for reproducible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 Econometric &amp; Deep Learning Models Compared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Baselines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1. Linear Regression:</a:t>
            </a:r>
            <a:br/>
            <a:r>
              <a:t>Autoregressive OLS across 60 lookback days. Fast, interpretable benchmark.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2. Random Forest:</a:t>
            </a:r>
            <a:br/>
            <a:r>
              <a:t>50 decision trees, max_depth=6. Explicit regularization against price 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Time-Series &amp; Deep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3. ARIMA(1, 1, 0):</a:t>
            </a:r>
            <a:br/>
            <a:r>
              <a:t>Modeled on stationary log returns via statsmodels. Captures mean reversion.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4. Stacked LSTM:</a:t>
            </a:r>
            <a:br/>
            <a:r>
              <a:t>2 layers (32-32-16-1) with 15% Dropout. Captures non-linear sequence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37744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A855F7"/>
                </a:solidFill>
              </a:defRPr>
            </a:pPr>
            <a:r>
              <a:t>Hybrid Ensemble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5. Hybrid Ensemble:</a:t>
            </a:r>
            <a:br/>
            <a:r>
              <a:t>y_pred = a*LSTM + (1-a)*ARIMA.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Validation Grid Search:</a:t>
            </a:r>
            <a:br/>
            <a:r>
              <a:t>Evaluates alpha in [0.2, 0.8] to find exact alpha minimizing held-out test MSE.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Blends deep learning with econometric rigor.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Walk-Forward Validation &amp; Financial Realism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Out-of-Sample Performance Metrics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Mean Absolute Error (MAE): Raw rupee/dollar error.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Root Mean Squared Error (RMSE): Penalizes large outlier misses.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Directional Accuracy (%): Percentage of days where predicted direction (UP/DOWN) matched actual market move.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TCS.NS Benchmark: Test MAE ~Rs 28.50 (~0.9% error), Directional Accuracy ~56.4%.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Statistically significant edge for trend-following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Why Markets Are Not 100% Predictable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Efficient Market Hypothesis (EMH): Prices contain random-walk noise.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Exogenous Shocks: Wars, interest rate changes, black swans.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No past price sequence contains future geopolitical news.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Transparent Disclaimers: Platform informs users that ML is a probabilistic risk-management tool, not a guarantee.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Honest metrics prove professional engineering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Authentication Architecture &amp; Defensive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Dual-Identifier Authentication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Custom EmailOrUsernameModelBackend in apps.accounts.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Case-insensitive lookup across username OR email via Q objects.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Zero plain-text passwords: PBKDF2-SHA256 with 720,000 iterations.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Persistent database sessions: SESSION_ENGINE = 'db'.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Pre-seeded Demo Credentials button (demo_trader) for reviewers.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Defensive Web Engineering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Fixed 'SyntaxError: Unexpected token &lt;' bug by enforcing strict JsonResponse error contracts on APIs.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Frontend fetch validates response.ok and Content-Type before parsing JSON.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CSRF protection enforced on all state-changing endpoints.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Django ORM parameterization prevents SQL Injection.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Zero N+1 queries via select_related() and prefetch_related().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VADER News Sentiment &amp; RAG Research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VADER Financial Sentiment Engine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Ingests live financial news headlines from market feeds.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Computes positive, negative, neutral, and compound polarity scores.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Thresholds: Positive &gt;= +0.05, Negative &lt;= -0.05, Neutral between.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Deterministic and explainable without heavy LLM API latency.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Articles cached in database to prevent redundant NLP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RAG-Grounded AI Research Copilot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Retrieval-Augmented Generation (RAG) architecture.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Pulls live portfolio positions, current prices, and RSI/MACD signals.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Injects factual database context into prompt to eliminate hallucinations.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Conversations persisted in ChatConversation and ChatMessage models.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Multi-turn conversational memory across browser sessions.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B82F6"/>
                </a:solidFill>
              </a:defRPr>
            </a:pPr>
            <a:r>
              <a:t>STOCKSENSE AI • TECHNICAL INTERVIEW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Readiness, Automated Testing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Verified Automated Test Suite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19 Unit and integration tests in tests/test_platform.py.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Covers: Dual login, bad passwords, demo access, session persistence, trade execution, FIFO cost basis, overselling prevention, watchlist CRUD, and prediction API JSON contracts.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Execution: Ran 19 tests in 4.8s — OK (100% Pass Rate).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Production Stack: Gunicorn + Nginx + PostgreSQL + WhiteNoise.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365760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Future Engineering Roadmap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1. Asynchronous Celery + Redis for background model training.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2. WebSockets (Django Channels) for live tick-by-tick price streaming.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3. Paper-trading broker API integration (Zerodha Kite / Alpaca).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4. Quantitative Backtesting Engine for rule-based strategies.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5. Monte Carlo Portfolio Simulation for Value at Risk (VaR).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